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57" r:id="rId4"/>
    <p:sldId id="258" r:id="rId5"/>
    <p:sldId id="268" r:id="rId6"/>
    <p:sldId id="269" r:id="rId7"/>
    <p:sldId id="259" r:id="rId8"/>
    <p:sldId id="27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9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87B2D-6530-F70C-3DF2-64E07E7F49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1A00F5-B0CC-9C36-76FB-A2CEAA45B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6A97B1-84F0-F50E-1FD1-B3ACBB6CB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6D0278-97C3-B8A5-6D75-CF2B9313B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8521F8-52E4-9163-DD0C-88D4ABBED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71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DE7F6-CF88-FAF2-F741-375272CF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A016C-2861-CF61-735A-ABE34A9DD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31937-E3F7-CEA0-6F8B-CBB737F1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C660B4-EFC4-1438-A1B3-C904479FF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0F922-CD8E-7DBB-AC2F-C1C4288AE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950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751E9-D018-D6C2-65A3-CFF4FC00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EC088D-DC4B-75D5-02CC-A308A4AFA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7DD610-F5B2-AB21-8FAD-3F147AF1F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51476-FE99-EE6D-23AD-EA81F11E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DAD34E-BE48-0579-16DB-C05EF2D1F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756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F846C-C2ED-A850-1712-72954377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7B82BB-A813-8E16-8C94-80C4C1BC32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098CED4-A935-4B15-56F2-420DB3A1B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41F4D5-55DD-BAEC-7E9E-5A10E8F5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B8E4F4-131F-BC32-5CF7-8F723A525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A2F8AA-AAF3-E5C4-4A34-30557BB7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80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749ECB-CF20-460B-5045-EF67ADFC4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99DB84-705A-BCFE-43C9-5A84B331B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C3E481-A3E3-23AD-EE4D-D50FDA8EF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565E7D-721B-0C5A-563A-AE30895F5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440C84-2580-B56D-8D21-51A7D3F21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43334F3-72C7-6C0F-6E33-087DE882E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CC86CB8-F50F-0C0C-13FD-008860338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C2A141-7782-1DCC-2D5E-A2B1FD30C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967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2D38F-1C87-7168-B4BB-45B084C7B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BB19E3-8136-CA97-D20A-E7B27629B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307CB5-12F3-8B6C-CBC8-00CBB33C9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2A6960-8DA2-4917-7302-C8930ACE7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199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7AEBFC-69D3-B4E2-D644-B01F34C1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9F99187-AB3A-4B40-5195-19E113C2D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02EAC7-3644-D416-940F-82034848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63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10EF0-1E1E-103E-1984-F410AFFBA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CB2A0-FEDB-1F2D-69A8-3FD7BD792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3D05E3-70E1-05D1-EEEB-DA2839CE6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BAEC88-C432-5746-D094-AED5DB33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469DCB-C17F-A9F5-5C0E-37DB25970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35AA16-5516-5B46-B314-16C2A3E8F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942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612605-0790-1AF7-9514-41A87BAF7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35FCD94-043E-16F8-FD2B-35A7AA055C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D84E819-BE9C-6EDC-CA6A-CDE2E5658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0DD88B-143B-FF20-7945-CE0A5794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97E6D5-ED53-2207-1CD4-EAFC97D2E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0DA56-4BED-A714-08AE-C40D9B74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078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F47F50-8980-7FA9-4FAB-2971C7D81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E74563-5942-2408-86A1-608B8002F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E3436-87E0-8A9F-14A5-29BD88817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307AC-6F3D-1FDB-F287-225F4391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143E30-08B4-2FDC-E3C3-C26E7A333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825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1C9F41-011F-62D2-64E8-3C6D023704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32CAEC-028A-4B44-E0B2-284E2B10F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09613-346A-603B-F25D-A7255AE33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2795FD-3AEE-F4D5-C569-9772DE2BB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802B2C-5B04-E794-0F65-D6304224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291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990B165-8783-16F9-F3DA-34F823639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3F10C5-C12A-044D-D558-E1EE84D04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F09DFA-27F2-34A8-2438-2903F2DFA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AB45B-13B1-4891-B081-D5DE76DC78FA}" type="datetimeFigureOut">
              <a:rPr lang="ko-KR" altLang="en-US" smtClean="0"/>
              <a:t>2023-01-22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434BF9-6E3B-3930-9E2D-8D3E478220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EAC3A1-B61D-3E0D-C652-CFB36A3C4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43B29-0B29-4283-9364-D6CD0930B7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69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0512D2-C591-A137-0B3B-FEC995004E70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Title</a:t>
            </a:r>
            <a:r>
              <a:rPr lang="ko-KR" altLang="en-US" b="1" dirty="0"/>
              <a:t> </a:t>
            </a:r>
            <a:r>
              <a:rPr lang="en-US" altLang="ko-KR" b="1" dirty="0"/>
              <a:t>UI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BE86D8-8034-8220-3FF2-B8E5C245C4A0}"/>
              </a:ext>
            </a:extLst>
          </p:cNvPr>
          <p:cNvSpPr txBox="1"/>
          <p:nvPr/>
        </p:nvSpPr>
        <p:spPr>
          <a:xfrm>
            <a:off x="169316" y="6176650"/>
            <a:ext cx="142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Game Title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BB5C752-8AA8-50F5-F950-51490B681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286F49BA-5825-F65E-9DCD-E84FA8EF8A89}"/>
              </a:ext>
            </a:extLst>
          </p:cNvPr>
          <p:cNvCxnSpPr>
            <a:cxnSpLocks/>
          </p:cNvCxnSpPr>
          <p:nvPr/>
        </p:nvCxnSpPr>
        <p:spPr>
          <a:xfrm flipV="1">
            <a:off x="710214" y="2121763"/>
            <a:ext cx="1779972" cy="40548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C23361C-E910-B06E-47A3-0B02F6D050DE}"/>
              </a:ext>
            </a:extLst>
          </p:cNvPr>
          <p:cNvCxnSpPr>
            <a:cxnSpLocks/>
          </p:cNvCxnSpPr>
          <p:nvPr/>
        </p:nvCxnSpPr>
        <p:spPr>
          <a:xfrm flipV="1">
            <a:off x="2934070" y="2855651"/>
            <a:ext cx="2114364" cy="33209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02763AC-36B2-33C0-051F-AFB353942044}"/>
              </a:ext>
            </a:extLst>
          </p:cNvPr>
          <p:cNvSpPr txBox="1"/>
          <p:nvPr/>
        </p:nvSpPr>
        <p:spPr>
          <a:xfrm>
            <a:off x="1875900" y="6176650"/>
            <a:ext cx="2293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Background </a:t>
            </a:r>
            <a:r>
              <a:rPr lang="ko-KR" altLang="en-US" b="1" dirty="0"/>
              <a:t>이미지</a:t>
            </a:r>
            <a:endParaRPr lang="en-US" altLang="ko-KR" b="1" dirty="0"/>
          </a:p>
          <a:p>
            <a:r>
              <a:rPr lang="en-US" altLang="ko-KR" b="1" dirty="0"/>
              <a:t>(</a:t>
            </a:r>
            <a:r>
              <a:rPr lang="ko-KR" altLang="en-US" b="1" dirty="0"/>
              <a:t>각 </a:t>
            </a:r>
            <a:r>
              <a:rPr lang="en-US" altLang="ko-KR" b="1" dirty="0"/>
              <a:t>31</a:t>
            </a:r>
            <a:r>
              <a:rPr lang="ko-KR" altLang="en-US" b="1" dirty="0"/>
              <a:t>초 영상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ADE4991-7C28-2721-82DB-B7E627AA83A6}"/>
              </a:ext>
            </a:extLst>
          </p:cNvPr>
          <p:cNvCxnSpPr>
            <a:cxnSpLocks/>
          </p:cNvCxnSpPr>
          <p:nvPr/>
        </p:nvCxnSpPr>
        <p:spPr>
          <a:xfrm flipV="1">
            <a:off x="5934220" y="4216893"/>
            <a:ext cx="3227535" cy="20162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45D99D7-7A9C-DB7D-FEAE-74F2D9CCD8CC}"/>
              </a:ext>
            </a:extLst>
          </p:cNvPr>
          <p:cNvSpPr txBox="1"/>
          <p:nvPr/>
        </p:nvSpPr>
        <p:spPr>
          <a:xfrm>
            <a:off x="5220878" y="6233160"/>
            <a:ext cx="142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새로운 게임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7A9BD15-C71B-5D83-3305-5080E62DFDD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7662745" y="4586225"/>
            <a:ext cx="2130804" cy="148997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B6433B-4EB6-34C5-8F0A-BD8BDBED7B35}"/>
              </a:ext>
            </a:extLst>
          </p:cNvPr>
          <p:cNvSpPr txBox="1"/>
          <p:nvPr/>
        </p:nvSpPr>
        <p:spPr>
          <a:xfrm>
            <a:off x="6949403" y="6076202"/>
            <a:ext cx="1426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세이브 파일</a:t>
            </a:r>
            <a:endParaRPr lang="en-US" altLang="ko-KR" b="1" dirty="0"/>
          </a:p>
          <a:p>
            <a:r>
              <a:rPr lang="ko-KR" altLang="en-US" b="1" dirty="0"/>
              <a:t>로드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30E6CC0-BE24-0E3B-763E-5F1CAC26E2AD}"/>
              </a:ext>
            </a:extLst>
          </p:cNvPr>
          <p:cNvCxnSpPr>
            <a:cxnSpLocks/>
          </p:cNvCxnSpPr>
          <p:nvPr/>
        </p:nvCxnSpPr>
        <p:spPr>
          <a:xfrm flipH="1">
            <a:off x="10404629" y="4573668"/>
            <a:ext cx="320396" cy="3578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A5A1F73-3E98-B3A7-16CB-E3E5BE8FFFD1}"/>
              </a:ext>
            </a:extLst>
          </p:cNvPr>
          <p:cNvSpPr txBox="1"/>
          <p:nvPr/>
        </p:nvSpPr>
        <p:spPr>
          <a:xfrm>
            <a:off x="10765316" y="4331484"/>
            <a:ext cx="142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각종 설정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985ADB1-9CB1-8CD1-7600-8075E3202D6B}"/>
              </a:ext>
            </a:extLst>
          </p:cNvPr>
          <p:cNvCxnSpPr>
            <a:cxnSpLocks/>
          </p:cNvCxnSpPr>
          <p:nvPr/>
        </p:nvCxnSpPr>
        <p:spPr>
          <a:xfrm flipH="1">
            <a:off x="10404629" y="5300878"/>
            <a:ext cx="41832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08658303-5F1F-D509-0C8A-963B8D56FF0C}"/>
              </a:ext>
            </a:extLst>
          </p:cNvPr>
          <p:cNvSpPr txBox="1"/>
          <p:nvPr/>
        </p:nvSpPr>
        <p:spPr>
          <a:xfrm>
            <a:off x="10765316" y="5116212"/>
            <a:ext cx="142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크레딧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99DFE68-9CE4-81ED-DC89-928D194960F8}"/>
              </a:ext>
            </a:extLst>
          </p:cNvPr>
          <p:cNvCxnSpPr>
            <a:cxnSpLocks/>
          </p:cNvCxnSpPr>
          <p:nvPr/>
        </p:nvCxnSpPr>
        <p:spPr>
          <a:xfrm flipV="1">
            <a:off x="9696873" y="5729896"/>
            <a:ext cx="133164" cy="4833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9646248-6560-E757-4F9C-BA723FEC2D91}"/>
              </a:ext>
            </a:extLst>
          </p:cNvPr>
          <p:cNvSpPr txBox="1"/>
          <p:nvPr/>
        </p:nvSpPr>
        <p:spPr>
          <a:xfrm>
            <a:off x="9080207" y="6193513"/>
            <a:ext cx="142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게임 종료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33682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C0EC05-1613-74AB-C894-DB9F8E311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0512D2-C591-A137-0B3B-FEC995004E70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Title</a:t>
            </a:r>
            <a:r>
              <a:rPr lang="ko-KR" altLang="en-US" b="1" dirty="0"/>
              <a:t> </a:t>
            </a:r>
            <a:r>
              <a:rPr lang="en-US" altLang="ko-KR" b="1" dirty="0"/>
              <a:t>UI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326F0-3D02-4B12-8D98-2B7856C7467E}"/>
              </a:ext>
            </a:extLst>
          </p:cNvPr>
          <p:cNvSpPr txBox="1"/>
          <p:nvPr/>
        </p:nvSpPr>
        <p:spPr>
          <a:xfrm>
            <a:off x="203078" y="6136699"/>
            <a:ext cx="10392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각 버튼에 마우스 커서를 올려 활성화 되면</a:t>
            </a:r>
            <a:r>
              <a:rPr lang="en-US" altLang="ko-KR" b="1" dirty="0"/>
              <a:t>, </a:t>
            </a:r>
            <a:r>
              <a:rPr lang="ko-KR" altLang="en-US" b="1" dirty="0"/>
              <a:t>폰트 색상 변경 </a:t>
            </a:r>
            <a:r>
              <a:rPr lang="en-US" altLang="ko-KR" b="1" dirty="0"/>
              <a:t>(9b9a9a -&gt; </a:t>
            </a:r>
            <a:r>
              <a:rPr lang="en-US" altLang="ko-KR" b="1" dirty="0" err="1"/>
              <a:t>ffffff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- </a:t>
            </a:r>
            <a:r>
              <a:rPr lang="ko-KR" altLang="en-US" b="1" dirty="0"/>
              <a:t>화면 전환 시 </a:t>
            </a:r>
            <a:r>
              <a:rPr lang="en-US" altLang="ko-KR" b="1" dirty="0" err="1"/>
              <a:t>vfx</a:t>
            </a:r>
            <a:r>
              <a:rPr lang="en-US" altLang="ko-KR" b="1" dirty="0"/>
              <a:t> </a:t>
            </a:r>
            <a:r>
              <a:rPr lang="ko-KR" altLang="en-US" b="1" dirty="0"/>
              <a:t>영상으로 화면 전환 표현 </a:t>
            </a:r>
            <a:r>
              <a:rPr lang="en-US" altLang="ko-KR" b="1" dirty="0"/>
              <a:t>(2</a:t>
            </a:r>
            <a:r>
              <a:rPr lang="ko-KR" altLang="en-US" b="1" dirty="0"/>
              <a:t>초 </a:t>
            </a:r>
            <a:r>
              <a:rPr lang="en-US" altLang="ko-KR" b="1" dirty="0"/>
              <a:t>/ 60</a:t>
            </a:r>
            <a:r>
              <a:rPr lang="ko-KR" altLang="en-US" b="1" dirty="0"/>
              <a:t>프레임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8135019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30512D2-C591-A137-0B3B-FEC995004E70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New Game UI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35C5441-4C2D-C121-CC1C-09F2E5246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6130CEE-9710-1B1C-54B0-951192550FA2}"/>
              </a:ext>
            </a:extLst>
          </p:cNvPr>
          <p:cNvCxnSpPr>
            <a:cxnSpLocks/>
          </p:cNvCxnSpPr>
          <p:nvPr/>
        </p:nvCxnSpPr>
        <p:spPr>
          <a:xfrm flipV="1">
            <a:off x="894080" y="2548483"/>
            <a:ext cx="1458946" cy="3628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FDBD751-B5F7-101A-B8EA-EDE55213BD93}"/>
              </a:ext>
            </a:extLst>
          </p:cNvPr>
          <p:cNvCxnSpPr>
            <a:cxnSpLocks/>
          </p:cNvCxnSpPr>
          <p:nvPr/>
        </p:nvCxnSpPr>
        <p:spPr>
          <a:xfrm flipV="1">
            <a:off x="886847" y="2631440"/>
            <a:ext cx="2877433" cy="3540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5423FA8-8AEC-99CF-076D-ADD6C9046414}"/>
              </a:ext>
            </a:extLst>
          </p:cNvPr>
          <p:cNvSpPr txBox="1"/>
          <p:nvPr/>
        </p:nvSpPr>
        <p:spPr>
          <a:xfrm>
            <a:off x="169316" y="6176650"/>
            <a:ext cx="142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게임 난이도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B9C01E9-DA13-1ADC-DE2D-473CAB3C2BB0}"/>
              </a:ext>
            </a:extLst>
          </p:cNvPr>
          <p:cNvCxnSpPr>
            <a:cxnSpLocks/>
          </p:cNvCxnSpPr>
          <p:nvPr/>
        </p:nvCxnSpPr>
        <p:spPr>
          <a:xfrm flipH="1" flipV="1">
            <a:off x="2529840" y="5791200"/>
            <a:ext cx="279400" cy="381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5138FB-CBE1-1CE3-EFA4-E5D07AB364AF}"/>
              </a:ext>
            </a:extLst>
          </p:cNvPr>
          <p:cNvSpPr txBox="1"/>
          <p:nvPr/>
        </p:nvSpPr>
        <p:spPr>
          <a:xfrm>
            <a:off x="2095898" y="6153205"/>
            <a:ext cx="4218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난이도 선택 후 </a:t>
            </a:r>
            <a:endParaRPr lang="en-US" altLang="ko-KR" b="1" dirty="0"/>
          </a:p>
          <a:p>
            <a:r>
              <a:rPr lang="en-US" altLang="ko-KR" b="1" dirty="0"/>
              <a:t>Play </a:t>
            </a:r>
            <a:r>
              <a:rPr lang="ko-KR" altLang="en-US" b="1" dirty="0"/>
              <a:t>클릭 시 게임 시작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E975846-CE6D-DFAA-C745-7C805149E9A6}"/>
              </a:ext>
            </a:extLst>
          </p:cNvPr>
          <p:cNvCxnSpPr>
            <a:cxnSpLocks/>
          </p:cNvCxnSpPr>
          <p:nvPr/>
        </p:nvCxnSpPr>
        <p:spPr>
          <a:xfrm flipH="1" flipV="1">
            <a:off x="3822700" y="5791200"/>
            <a:ext cx="1089660" cy="292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B183EAC-9D34-4B1E-20E8-BE0EDA32CF0A}"/>
              </a:ext>
            </a:extLst>
          </p:cNvPr>
          <p:cNvSpPr txBox="1"/>
          <p:nvPr/>
        </p:nvSpPr>
        <p:spPr>
          <a:xfrm>
            <a:off x="4558436" y="6116320"/>
            <a:ext cx="3280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Exit</a:t>
            </a:r>
            <a:r>
              <a:rPr lang="ko-KR" altLang="en-US" b="1" dirty="0"/>
              <a:t> 클릭 시 </a:t>
            </a:r>
            <a:r>
              <a:rPr lang="en-US" altLang="ko-KR" b="1" dirty="0"/>
              <a:t>Title UI</a:t>
            </a:r>
            <a:r>
              <a:rPr lang="ko-KR" altLang="en-US" b="1" dirty="0"/>
              <a:t>로 전환</a:t>
            </a:r>
          </a:p>
        </p:txBody>
      </p:sp>
    </p:spTree>
    <p:extLst>
      <p:ext uri="{BB962C8B-B14F-4D97-AF65-F5344CB8AC3E}">
        <p14:creationId xmlns:p14="http://schemas.microsoft.com/office/powerpoint/2010/main" val="240547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D1E6B-4FEC-64B0-8CB3-C0DA345E534A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New Game UI</a:t>
            </a:r>
            <a:endParaRPr lang="ko-KR" altLang="en-US" b="1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40D53B-25C6-83DB-A30A-3F75642CC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5DE5C0-B2AF-2B87-8C89-C7CB5AF6FBBE}"/>
              </a:ext>
            </a:extLst>
          </p:cNvPr>
          <p:cNvSpPr txBox="1"/>
          <p:nvPr/>
        </p:nvSpPr>
        <p:spPr>
          <a:xfrm>
            <a:off x="203078" y="6136699"/>
            <a:ext cx="10392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각 버튼에 마우스 커서를 올려 활성화 되면</a:t>
            </a:r>
            <a:r>
              <a:rPr lang="en-US" altLang="ko-KR" b="1" dirty="0"/>
              <a:t>, </a:t>
            </a:r>
            <a:r>
              <a:rPr lang="ko-KR" altLang="en-US" b="1" dirty="0"/>
              <a:t>폰트 색상 변경 </a:t>
            </a:r>
            <a:r>
              <a:rPr lang="en-US" altLang="ko-KR" b="1" dirty="0"/>
              <a:t>(9b9a9a -&gt; </a:t>
            </a:r>
            <a:r>
              <a:rPr lang="en-US" altLang="ko-KR" b="1" dirty="0" err="1"/>
              <a:t>ffffff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- </a:t>
            </a:r>
            <a:r>
              <a:rPr lang="ko-KR" altLang="en-US" b="1" dirty="0"/>
              <a:t>난이도를 클릭 하면 난이도에 세부내용 활성화</a:t>
            </a:r>
          </a:p>
        </p:txBody>
      </p:sp>
    </p:spTree>
    <p:extLst>
      <p:ext uri="{BB962C8B-B14F-4D97-AF65-F5344CB8AC3E}">
        <p14:creationId xmlns:p14="http://schemas.microsoft.com/office/powerpoint/2010/main" val="1528523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E770FA2-651E-249B-2B3C-3E790EC31A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C05114-315F-9013-1116-83B1E401A151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Load UI</a:t>
            </a:r>
            <a:endParaRPr lang="ko-KR" altLang="en-US" b="1" dirty="0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5D542DB6-876A-BD25-3FFC-AA6B58FEAD5B}"/>
              </a:ext>
            </a:extLst>
          </p:cNvPr>
          <p:cNvCxnSpPr>
            <a:cxnSpLocks/>
          </p:cNvCxnSpPr>
          <p:nvPr/>
        </p:nvCxnSpPr>
        <p:spPr>
          <a:xfrm flipV="1">
            <a:off x="381000" y="2294483"/>
            <a:ext cx="1458946" cy="36287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89FF5BA0-B760-7B1C-3C85-A37A5A2AD4E7}"/>
              </a:ext>
            </a:extLst>
          </p:cNvPr>
          <p:cNvCxnSpPr>
            <a:cxnSpLocks/>
          </p:cNvCxnSpPr>
          <p:nvPr/>
        </p:nvCxnSpPr>
        <p:spPr>
          <a:xfrm flipV="1">
            <a:off x="381000" y="3143110"/>
            <a:ext cx="1346200" cy="27801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C86A4C6D-EC62-7FE2-F527-79D4929D8ACF}"/>
              </a:ext>
            </a:extLst>
          </p:cNvPr>
          <p:cNvCxnSpPr>
            <a:cxnSpLocks/>
          </p:cNvCxnSpPr>
          <p:nvPr/>
        </p:nvCxnSpPr>
        <p:spPr>
          <a:xfrm flipV="1">
            <a:off x="381000" y="3830320"/>
            <a:ext cx="1346200" cy="205599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D24406C-47AA-3E95-E950-207D96EAF11F}"/>
              </a:ext>
            </a:extLst>
          </p:cNvPr>
          <p:cNvCxnSpPr>
            <a:cxnSpLocks/>
          </p:cNvCxnSpPr>
          <p:nvPr/>
        </p:nvCxnSpPr>
        <p:spPr>
          <a:xfrm flipV="1">
            <a:off x="381000" y="4542438"/>
            <a:ext cx="1323340" cy="135960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81DE3EE-DB4B-C4D9-91B3-026C2EF00967}"/>
              </a:ext>
            </a:extLst>
          </p:cNvPr>
          <p:cNvSpPr txBox="1"/>
          <p:nvPr/>
        </p:nvSpPr>
        <p:spPr>
          <a:xfrm>
            <a:off x="82956" y="5960250"/>
            <a:ext cx="2939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각</a:t>
            </a:r>
            <a:r>
              <a:rPr lang="en-US" altLang="ko-KR" b="1" dirty="0"/>
              <a:t> </a:t>
            </a:r>
            <a:r>
              <a:rPr lang="ko-KR" altLang="en-US" b="1" dirty="0"/>
              <a:t>세이브 슬롯 </a:t>
            </a:r>
            <a:r>
              <a:rPr lang="en-US" altLang="ko-KR" b="1" dirty="0"/>
              <a:t>(</a:t>
            </a:r>
            <a:r>
              <a:rPr lang="ko-KR" altLang="en-US" b="1" dirty="0"/>
              <a:t>총 </a:t>
            </a:r>
            <a:r>
              <a:rPr lang="en-US" altLang="ko-KR" b="1" dirty="0"/>
              <a:t>4</a:t>
            </a:r>
            <a:r>
              <a:rPr lang="ko-KR" altLang="en-US" b="1" dirty="0"/>
              <a:t>개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(</a:t>
            </a:r>
            <a:r>
              <a:rPr lang="ko-KR" altLang="en-US" b="1" dirty="0"/>
              <a:t>시간</a:t>
            </a:r>
            <a:r>
              <a:rPr lang="en-US" altLang="ko-KR" b="1" dirty="0"/>
              <a:t>, </a:t>
            </a:r>
            <a:r>
              <a:rPr lang="ko-KR" altLang="en-US" b="1" dirty="0"/>
              <a:t>날짜</a:t>
            </a:r>
            <a:r>
              <a:rPr lang="en-US" altLang="ko-KR" b="1" dirty="0"/>
              <a:t>, </a:t>
            </a:r>
            <a:r>
              <a:rPr lang="ko-KR" altLang="en-US" b="1" dirty="0"/>
              <a:t>진행 중인 층</a:t>
            </a:r>
            <a:r>
              <a:rPr lang="en-US" altLang="ko-KR" b="1" dirty="0"/>
              <a:t>, </a:t>
            </a:r>
            <a:r>
              <a:rPr lang="ko-KR" altLang="en-US" b="1" dirty="0"/>
              <a:t>난이도 순서로 정보 기입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70AA950-804B-9849-9F60-E34EB984404E}"/>
              </a:ext>
            </a:extLst>
          </p:cNvPr>
          <p:cNvCxnSpPr>
            <a:cxnSpLocks/>
          </p:cNvCxnSpPr>
          <p:nvPr/>
        </p:nvCxnSpPr>
        <p:spPr>
          <a:xfrm flipH="1" flipV="1">
            <a:off x="2529840" y="5791200"/>
            <a:ext cx="660400" cy="4114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E10E47-83A9-1A76-E32C-66A6D68F2B0D}"/>
              </a:ext>
            </a:extLst>
          </p:cNvPr>
          <p:cNvSpPr txBox="1"/>
          <p:nvPr/>
        </p:nvSpPr>
        <p:spPr>
          <a:xfrm>
            <a:off x="3071258" y="6221657"/>
            <a:ext cx="4218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세이브 슬롯 선택 후 </a:t>
            </a:r>
            <a:r>
              <a:rPr lang="en-US" altLang="ko-KR" b="1" dirty="0"/>
              <a:t>Play </a:t>
            </a:r>
          </a:p>
          <a:p>
            <a:r>
              <a:rPr lang="ko-KR" altLang="en-US" b="1" dirty="0"/>
              <a:t>클릭 시 해당 슬롯 </a:t>
            </a:r>
            <a:r>
              <a:rPr lang="ko-KR" altLang="en-US" b="1" dirty="0" err="1"/>
              <a:t>로드하여</a:t>
            </a:r>
            <a:r>
              <a:rPr lang="ko-KR" altLang="en-US" b="1" dirty="0"/>
              <a:t> 게임 진행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A73AA3E-3285-3DB1-08D5-590D2348331F}"/>
              </a:ext>
            </a:extLst>
          </p:cNvPr>
          <p:cNvCxnSpPr>
            <a:cxnSpLocks/>
          </p:cNvCxnSpPr>
          <p:nvPr/>
        </p:nvCxnSpPr>
        <p:spPr>
          <a:xfrm flipH="1" flipV="1">
            <a:off x="3825901" y="5791200"/>
            <a:ext cx="3591560" cy="63071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DEA1CA-D28D-C70F-4A72-2B30DE60BFF7}"/>
              </a:ext>
            </a:extLst>
          </p:cNvPr>
          <p:cNvSpPr txBox="1"/>
          <p:nvPr/>
        </p:nvSpPr>
        <p:spPr>
          <a:xfrm>
            <a:off x="7379098" y="6221657"/>
            <a:ext cx="4218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세이브 슬롯 선택 후 </a:t>
            </a:r>
            <a:r>
              <a:rPr lang="en-US" altLang="ko-KR" b="1" dirty="0"/>
              <a:t>Copy</a:t>
            </a:r>
            <a:r>
              <a:rPr lang="ko-KR" altLang="en-US" b="1" dirty="0"/>
              <a:t> 클릭 </a:t>
            </a:r>
            <a:r>
              <a:rPr lang="en-US" altLang="ko-KR" b="1" dirty="0"/>
              <a:t>-&gt; </a:t>
            </a:r>
            <a:r>
              <a:rPr lang="ko-KR" altLang="en-US" b="1" dirty="0"/>
              <a:t>빈 슬롯 클릭 시 해당 빈 슬롯에 복사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4A4EE774-7A04-6147-DFB9-30911465B052}"/>
              </a:ext>
            </a:extLst>
          </p:cNvPr>
          <p:cNvCxnSpPr>
            <a:cxnSpLocks/>
          </p:cNvCxnSpPr>
          <p:nvPr/>
        </p:nvCxnSpPr>
        <p:spPr>
          <a:xfrm flipH="1">
            <a:off x="5915990" y="1717040"/>
            <a:ext cx="4812970" cy="38109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D2F7B0B-9F25-8C16-9A7B-78768B6CE287}"/>
              </a:ext>
            </a:extLst>
          </p:cNvPr>
          <p:cNvSpPr txBox="1"/>
          <p:nvPr/>
        </p:nvSpPr>
        <p:spPr>
          <a:xfrm>
            <a:off x="10733168" y="1351280"/>
            <a:ext cx="14232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세이브 슬롯</a:t>
            </a:r>
            <a:endParaRPr lang="en-US" altLang="ko-KR" b="1" dirty="0"/>
          </a:p>
          <a:p>
            <a:r>
              <a:rPr lang="ko-KR" altLang="en-US" b="1" dirty="0"/>
              <a:t>선택 후 </a:t>
            </a:r>
            <a:r>
              <a:rPr lang="en-US" altLang="ko-KR" b="1" dirty="0"/>
              <a:t>Delete</a:t>
            </a:r>
          </a:p>
          <a:p>
            <a:r>
              <a:rPr lang="ko-KR" altLang="en-US" b="1" dirty="0"/>
              <a:t>클릭 시 </a:t>
            </a:r>
            <a:endParaRPr lang="en-US" altLang="ko-KR" b="1" dirty="0"/>
          </a:p>
          <a:p>
            <a:r>
              <a:rPr lang="ko-KR" altLang="en-US" b="1" dirty="0"/>
              <a:t>해당 슬롯 삭제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D1E0DD-43B8-66F0-F4E0-FD96A7FDE7EB}"/>
              </a:ext>
            </a:extLst>
          </p:cNvPr>
          <p:cNvSpPr txBox="1"/>
          <p:nvPr/>
        </p:nvSpPr>
        <p:spPr>
          <a:xfrm>
            <a:off x="10728960" y="4018280"/>
            <a:ext cx="1463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Exit</a:t>
            </a:r>
            <a:r>
              <a:rPr lang="ko-KR" altLang="en-US" b="1" dirty="0"/>
              <a:t> 클릭 시 </a:t>
            </a:r>
            <a:r>
              <a:rPr lang="en-US" altLang="ko-KR" b="1" dirty="0"/>
              <a:t>Title UI</a:t>
            </a:r>
            <a:r>
              <a:rPr lang="ko-KR" altLang="en-US" b="1" dirty="0"/>
              <a:t>로 전환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33181117-7DB2-2EEF-25EB-3395D041E33D}"/>
              </a:ext>
            </a:extLst>
          </p:cNvPr>
          <p:cNvCxnSpPr>
            <a:cxnSpLocks/>
          </p:cNvCxnSpPr>
          <p:nvPr/>
        </p:nvCxnSpPr>
        <p:spPr>
          <a:xfrm flipH="1">
            <a:off x="7289800" y="4239591"/>
            <a:ext cx="3439160" cy="13510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49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BE86D8-8034-8220-3FF2-B8E5C245C4A0}"/>
              </a:ext>
            </a:extLst>
          </p:cNvPr>
          <p:cNvSpPr txBox="1"/>
          <p:nvPr/>
        </p:nvSpPr>
        <p:spPr>
          <a:xfrm>
            <a:off x="169316" y="6176650"/>
            <a:ext cx="11872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</a:t>
            </a:r>
            <a:r>
              <a:rPr lang="ko-KR" altLang="en-US" b="1" dirty="0"/>
              <a:t>각 버튼에 마우스 커서를 올려 활성화 되면</a:t>
            </a:r>
            <a:r>
              <a:rPr lang="en-US" altLang="ko-KR" b="1" dirty="0"/>
              <a:t>, </a:t>
            </a:r>
            <a:r>
              <a:rPr lang="ko-KR" altLang="en-US" b="1" dirty="0"/>
              <a:t>폰트 색상 변경 </a:t>
            </a:r>
            <a:r>
              <a:rPr lang="en-US" altLang="ko-KR" b="1" dirty="0"/>
              <a:t>(9b9a9a -&gt; </a:t>
            </a:r>
            <a:r>
              <a:rPr lang="en-US" altLang="ko-KR" b="1" dirty="0" err="1"/>
              <a:t>ffffff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- Copy, Delete</a:t>
            </a:r>
            <a:r>
              <a:rPr lang="ko-KR" altLang="en-US" b="1" dirty="0"/>
              <a:t>의 경우 최종 진행을 위해 팝업창이 활성화되어 최종 선택 후 기능 수행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1ABFD-344A-333F-147C-92627098FD2A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Load UI</a:t>
            </a:r>
            <a:endParaRPr lang="ko-KR" altLang="en-US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415CC94-D53A-8F4C-9AE7-0A0DDD008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0290B4A2-5681-B30E-854E-4F5792102FF0}"/>
              </a:ext>
            </a:extLst>
          </p:cNvPr>
          <p:cNvCxnSpPr>
            <a:cxnSpLocks/>
          </p:cNvCxnSpPr>
          <p:nvPr/>
        </p:nvCxnSpPr>
        <p:spPr>
          <a:xfrm flipH="1" flipV="1">
            <a:off x="7752741" y="4546600"/>
            <a:ext cx="2950819" cy="69088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5CAE729-602F-BA61-2E3C-7901FAA8D56D}"/>
              </a:ext>
            </a:extLst>
          </p:cNvPr>
          <p:cNvSpPr txBox="1"/>
          <p:nvPr/>
        </p:nvSpPr>
        <p:spPr>
          <a:xfrm>
            <a:off x="10728960" y="5059680"/>
            <a:ext cx="1463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팝업창</a:t>
            </a:r>
            <a:r>
              <a:rPr lang="ko-KR" altLang="en-US" b="1" dirty="0"/>
              <a:t> </a:t>
            </a:r>
            <a:endParaRPr lang="en-US" altLang="ko-KR" b="1" dirty="0"/>
          </a:p>
          <a:p>
            <a:r>
              <a:rPr lang="en-US" altLang="ko-KR" b="1" dirty="0" err="1"/>
              <a:t>vfx</a:t>
            </a:r>
            <a:r>
              <a:rPr lang="en-US" altLang="ko-KR" b="1" dirty="0"/>
              <a:t> </a:t>
            </a:r>
            <a:r>
              <a:rPr lang="ko-KR" altLang="en-US" b="1" dirty="0"/>
              <a:t>적용</a:t>
            </a:r>
            <a:endParaRPr lang="en-US" altLang="ko-KR" b="1" dirty="0"/>
          </a:p>
          <a:p>
            <a:r>
              <a:rPr lang="en-US" altLang="ko-KR" b="1" dirty="0"/>
              <a:t>(2</a:t>
            </a:r>
            <a:r>
              <a:rPr lang="ko-KR" altLang="en-US" b="1" dirty="0"/>
              <a:t>초 </a:t>
            </a:r>
            <a:r>
              <a:rPr lang="en-US" altLang="ko-KR" b="1" dirty="0"/>
              <a:t>/ 60</a:t>
            </a:r>
            <a:r>
              <a:rPr lang="ko-KR" altLang="en-US" b="1" dirty="0"/>
              <a:t>프레임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4488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6BE355-FEA7-CE79-A661-15DCE41D29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77B8BE-3EDD-FBB3-EAA3-158015530CAD}"/>
              </a:ext>
            </a:extLst>
          </p:cNvPr>
          <p:cNvSpPr txBox="1"/>
          <p:nvPr/>
        </p:nvSpPr>
        <p:spPr>
          <a:xfrm>
            <a:off x="169316" y="6176650"/>
            <a:ext cx="11872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Option </a:t>
            </a:r>
            <a:r>
              <a:rPr lang="ko-KR" altLang="en-US" b="1" dirty="0"/>
              <a:t>클릭 시 </a:t>
            </a:r>
            <a:r>
              <a:rPr lang="en-US" altLang="ko-KR" b="1" dirty="0"/>
              <a:t>Option </a:t>
            </a:r>
            <a:r>
              <a:rPr lang="ko-KR" altLang="en-US" b="1" dirty="0" err="1"/>
              <a:t>팝업창</a:t>
            </a:r>
            <a:r>
              <a:rPr lang="ko-KR" altLang="en-US" b="1" dirty="0"/>
              <a:t> 활성화 </a:t>
            </a:r>
            <a:r>
              <a:rPr lang="en-US" altLang="ko-KR" b="1" dirty="0"/>
              <a:t>(Option </a:t>
            </a:r>
            <a:r>
              <a:rPr lang="ko-KR" altLang="en-US" b="1" dirty="0"/>
              <a:t>구성은 아직 미정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- </a:t>
            </a:r>
            <a:r>
              <a:rPr lang="ko-KR" altLang="en-US" b="1" dirty="0" err="1"/>
              <a:t>팝업창</a:t>
            </a:r>
            <a:r>
              <a:rPr lang="en-US" altLang="ko-KR" b="1" dirty="0"/>
              <a:t> </a:t>
            </a:r>
            <a:r>
              <a:rPr lang="en-US" altLang="ko-KR" b="1" dirty="0" err="1"/>
              <a:t>vfx</a:t>
            </a:r>
            <a:r>
              <a:rPr lang="en-US" altLang="ko-KR" b="1" dirty="0"/>
              <a:t> </a:t>
            </a:r>
            <a:r>
              <a:rPr lang="ko-KR" altLang="en-US" b="1" dirty="0"/>
              <a:t>적용 </a:t>
            </a:r>
            <a:r>
              <a:rPr lang="en-US" altLang="ko-KR" b="1" dirty="0"/>
              <a:t>(2</a:t>
            </a:r>
            <a:r>
              <a:rPr lang="ko-KR" altLang="en-US" b="1" dirty="0"/>
              <a:t>초 </a:t>
            </a:r>
            <a:r>
              <a:rPr lang="en-US" altLang="ko-KR" b="1" dirty="0"/>
              <a:t>/ 60</a:t>
            </a:r>
            <a:r>
              <a:rPr lang="ko-KR" altLang="en-US" b="1" dirty="0"/>
              <a:t>프레임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77B379-5DF7-93B8-F619-780E921EE9CF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Title</a:t>
            </a:r>
            <a:r>
              <a:rPr lang="ko-KR" altLang="en-US" b="1" dirty="0"/>
              <a:t> </a:t>
            </a:r>
            <a:r>
              <a:rPr lang="en-US" altLang="ko-KR" b="1" dirty="0"/>
              <a:t>UI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47904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77B8BE-3EDD-FBB3-EAA3-158015530CAD}"/>
              </a:ext>
            </a:extLst>
          </p:cNvPr>
          <p:cNvSpPr txBox="1"/>
          <p:nvPr/>
        </p:nvSpPr>
        <p:spPr>
          <a:xfrm>
            <a:off x="169316" y="6176650"/>
            <a:ext cx="11872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Credits </a:t>
            </a:r>
            <a:r>
              <a:rPr lang="ko-KR" altLang="en-US" b="1" dirty="0"/>
              <a:t>클릭 시 </a:t>
            </a:r>
            <a:r>
              <a:rPr lang="en-US" altLang="ko-KR" b="1" dirty="0"/>
              <a:t>Option </a:t>
            </a:r>
            <a:r>
              <a:rPr lang="ko-KR" altLang="en-US" b="1" dirty="0" err="1"/>
              <a:t>팝업창</a:t>
            </a:r>
            <a:r>
              <a:rPr lang="ko-KR" altLang="en-US" b="1" dirty="0"/>
              <a:t> 활성화 </a:t>
            </a:r>
            <a:r>
              <a:rPr lang="en-US" altLang="ko-KR" b="1" dirty="0"/>
              <a:t>(Option </a:t>
            </a:r>
            <a:r>
              <a:rPr lang="ko-KR" altLang="en-US" b="1" dirty="0"/>
              <a:t>구성은 아직 미정</a:t>
            </a:r>
            <a:r>
              <a:rPr lang="en-US" altLang="ko-KR" b="1" dirty="0"/>
              <a:t>)</a:t>
            </a:r>
          </a:p>
          <a:p>
            <a:r>
              <a:rPr lang="en-US" altLang="ko-KR" b="1" dirty="0"/>
              <a:t>- </a:t>
            </a:r>
            <a:r>
              <a:rPr lang="ko-KR" altLang="en-US" b="1" dirty="0" err="1"/>
              <a:t>팝업창</a:t>
            </a:r>
            <a:r>
              <a:rPr lang="en-US" altLang="ko-KR" b="1" dirty="0"/>
              <a:t> </a:t>
            </a:r>
            <a:r>
              <a:rPr lang="en-US" altLang="ko-KR" b="1" dirty="0" err="1"/>
              <a:t>vfx</a:t>
            </a:r>
            <a:r>
              <a:rPr lang="en-US" altLang="ko-KR" b="1" dirty="0"/>
              <a:t> </a:t>
            </a:r>
            <a:r>
              <a:rPr lang="ko-KR" altLang="en-US" b="1" dirty="0"/>
              <a:t>적용 </a:t>
            </a:r>
            <a:r>
              <a:rPr lang="en-US" altLang="ko-KR" b="1" dirty="0"/>
              <a:t>(2</a:t>
            </a:r>
            <a:r>
              <a:rPr lang="ko-KR" altLang="en-US" b="1" dirty="0"/>
              <a:t>초 </a:t>
            </a:r>
            <a:r>
              <a:rPr lang="en-US" altLang="ko-KR" b="1" dirty="0"/>
              <a:t>/ 60</a:t>
            </a:r>
            <a:r>
              <a:rPr lang="ko-KR" altLang="en-US" b="1" dirty="0"/>
              <a:t>프레임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77B379-5DF7-93B8-F619-780E921EE9CF}"/>
              </a:ext>
            </a:extLst>
          </p:cNvPr>
          <p:cNvSpPr txBox="1"/>
          <p:nvPr/>
        </p:nvSpPr>
        <p:spPr>
          <a:xfrm>
            <a:off x="169316" y="127352"/>
            <a:ext cx="2853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Title</a:t>
            </a:r>
            <a:r>
              <a:rPr lang="ko-KR" altLang="en-US" b="1" dirty="0"/>
              <a:t> </a:t>
            </a:r>
            <a:r>
              <a:rPr lang="en-US" altLang="ko-KR" b="1" dirty="0"/>
              <a:t>UI</a:t>
            </a:r>
            <a:endParaRPr lang="ko-KR" altLang="en-US" b="1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A3A27B-6CD0-C948-D26F-60500A75F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0" y="897750"/>
            <a:ext cx="9000000" cy="50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348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269</Words>
  <Application>Microsoft Office PowerPoint</Application>
  <PresentationFormat>와이드스크린</PresentationFormat>
  <Paragraphs>44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김성현(Sunghyun KIm) 과장 삼화왕관</dc:creator>
  <cp:lastModifiedBy>김성현(Sunghyun KIm) 과장 삼화왕관</cp:lastModifiedBy>
  <cp:revision>36</cp:revision>
  <dcterms:created xsi:type="dcterms:W3CDTF">2023-01-06T04:49:39Z</dcterms:created>
  <dcterms:modified xsi:type="dcterms:W3CDTF">2023-01-22T11:44:28Z</dcterms:modified>
</cp:coreProperties>
</file>